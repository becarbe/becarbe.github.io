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59DAF-4AAF-6460-824E-EB4BF053D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F8308-25C2-CC9A-C608-55DEA6E63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64296-913E-0A65-FAE5-062F8B694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6AB4-2350-0EA4-D45C-EA3BB641A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EBECE-A93C-E320-CE62-FB55B0FB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79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CC2D-5EDB-E47A-C4F7-715C171D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2B838-048E-0DA5-4FB8-3E8B98957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18DDF-ADD0-E4A1-9F79-3FF4D64B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9C10C-3722-53C5-BD4C-D266C651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EDFDD-363C-6E8D-4263-4F28F2988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8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F81A8-3457-A83F-ACDB-256940DB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00038-60BB-B3AE-872C-3768CDD4D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28FC4-246B-D788-5371-BEA17AE5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4137D-171D-BC80-06E6-D7BA7448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DC7F1-884A-2004-919F-870CFDE5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7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95174-BDEE-7568-5C1D-CB240AA6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7CA6C-ECBE-F169-0AD0-A48411A87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46162-70FA-F161-7882-DF527BD07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8A063-0633-CF40-C984-B55FC52F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4C189-25EE-4779-36D6-08FD4A39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5526D-CFD6-6F2B-B91D-41B98BB5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1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3901-D9C9-AFDE-CC95-405E3EF17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B3D5F-7E5A-37C5-C226-AF7DDE020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B1ACD-7504-77FE-60B6-C30457166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707361-C19F-208A-19B5-0D8842279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F6E83A-20B2-E645-86AC-754702EA5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12FD3C-41BC-40ED-B42D-FD698B3D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7ECD36-8C41-A96E-5886-45E9655F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B8607-B88C-5A52-CFFA-70D19DFD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9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B637-4BA1-051B-9E97-5EE965FD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02C2E-BE29-62A1-A612-D1B227D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3E611-64C7-C26D-22E1-954859E3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94C4B-AC42-D1BB-A7F7-4E7691AD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1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1F296D-BACA-80DA-7468-8735506DC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30CCCE-9676-3F1A-440B-EE643735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7FFFB-EC18-D31F-5FF2-2E77B97B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76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5A58-8853-E0F4-A36E-CE432BDDD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C8CEC-829B-1170-70E5-EF6CD544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DC8FB-A1F6-D516-FFA8-717EA2245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30840-01F1-2A6D-201E-E5E605206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D192D-CD4A-5A06-B3B3-610CBB351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BE130-1B8F-9422-F80F-F8586703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7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532-7D36-DA36-45AB-A08D5877B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41822-8F13-9431-949C-984B38D76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EF654-1EF2-372A-A71D-76BB8CC9C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12C55-4E7C-8B62-72A6-DADDE6833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A8EA4-DCCA-64E1-D7FB-7DB44AAC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AFF5E-9F53-5923-75E8-47860FD8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49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5E57-BF23-5D4A-94A1-AF46A5A7A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37A14-6C74-6AD0-7757-DE8CF83CA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2563F-7D38-947E-5112-2DD0250B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101C9-5020-7325-D4F6-034861C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1861C-2A48-39B5-A530-64997FD4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49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FE9BF0-0ED0-2563-AA2A-36A575087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D038A-8D64-A6F1-0A0C-7387BB53E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2D386-71CA-7FD3-A083-E291DB6C2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9191D-F012-0A34-42D4-7842AE3C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A6E39-A0DF-0600-49A1-5A0C1A78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00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D6AEC0-13D6-5F21-E9F9-953B9745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FD313-74E0-CD6F-EE07-26D39DB3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6F5FD-DE4E-22C7-02BF-13BEC7277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5D7C7-C90D-4DF0-8CC0-351F65916361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90C70-7736-17C7-7598-0D045EF5B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AB71E-9386-E10A-28C9-986D37F58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BB7BB-5F53-49E9-BA34-0390A4497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1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hadow of a bird on a pink background&#10;&#10;AI-generated content may be incorrect.">
            <a:extLst>
              <a:ext uri="{FF2B5EF4-FFF2-40B4-BE49-F238E27FC236}">
                <a16:creationId xmlns:a16="http://schemas.microsoft.com/office/drawing/2014/main" id="{B3C8E501-F7B6-7FBB-97B6-770146B1C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40" y="185057"/>
            <a:ext cx="4065024" cy="648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2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DDC1FA9-316A-9171-1A28-E30242F8E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167" y="0"/>
            <a:ext cx="9699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65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Belinda C. Beckford</dc:creator>
  <cp:lastModifiedBy>Belinda C. Beckford</cp:lastModifiedBy>
  <cp:revision>2</cp:revision>
  <dcterms:created xsi:type="dcterms:W3CDTF">2025-10-17T23:16:47Z</dcterms:created>
  <dcterms:modified xsi:type="dcterms:W3CDTF">2025-10-18T00:53:57Z</dcterms:modified>
</cp:coreProperties>
</file>